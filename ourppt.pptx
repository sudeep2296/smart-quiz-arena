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0" r:id="rId3"/>
    <p:sldId id="257" r:id="rId4"/>
    <p:sldId id="258" r:id="rId5"/>
    <p:sldId id="271" r:id="rId6"/>
    <p:sldId id="259" r:id="rId7"/>
    <p:sldId id="260" r:id="rId8"/>
    <p:sldId id="262" r:id="rId9"/>
    <p:sldId id="270" r:id="rId10"/>
    <p:sldId id="281" r:id="rId11"/>
  </p:sldIdLst>
  <p:sldSz cx="9144000" cy="5143500" type="screen16x9"/>
  <p:notesSz cx="6858000" cy="9144000"/>
  <p:embeddedFontLst>
    <p:embeddedFont>
      <p:font typeface="Roboto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38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51533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162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a4ea851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a4ea851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194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a4ea8511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a4ea8511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099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a4ea8511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a4ea8511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17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a4ea8511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fa4ea8511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942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a4ea8511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a4ea8511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481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433640" y="1108997"/>
            <a:ext cx="8222100" cy="20305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– Proposal Seminar</a:t>
            </a:r>
            <a:b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‘‘Smart Quiz Arena’’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95761" y="2941271"/>
            <a:ext cx="8552478" cy="1750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400" b="1" dirty="0"/>
              <a:t>Presented By,   </a:t>
            </a:r>
            <a:r>
              <a:rPr lang="en-GB" sz="1400" b="1" dirty="0" smtClean="0"/>
              <a:t>                                                                                                                   </a:t>
            </a:r>
            <a:r>
              <a:rPr lang="en-GB" sz="1400" b="1" dirty="0"/>
              <a:t>Under the Guidance </a:t>
            </a:r>
            <a:endParaRPr sz="1400" b="1" dirty="0" smtClean="0"/>
          </a:p>
          <a:p>
            <a:pPr marL="0" lvl="0" indent="0"/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2, 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Harshitha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D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/>
            <a:r>
              <a:rPr lang="en-GB" sz="1400" dirty="0" smtClean="0"/>
              <a:t>        </a:t>
            </a:r>
            <a:r>
              <a:rPr lang="en-GB" sz="1400" dirty="0" err="1" smtClean="0"/>
              <a:t>Arun</a:t>
            </a:r>
            <a:r>
              <a:rPr lang="en-GB" sz="1400" dirty="0" smtClean="0"/>
              <a:t> Kumar K S </a:t>
            </a:r>
            <a:r>
              <a:rPr lang="en-GB" sz="1400" dirty="0"/>
              <a:t>(</a:t>
            </a:r>
            <a:r>
              <a:rPr lang="en-GB" sz="1400" dirty="0" smtClean="0"/>
              <a:t>4AI23CD003)                                                                           </a:t>
            </a:r>
            <a:r>
              <a:rPr lang="en-GB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Science</a:t>
            </a:r>
            <a:r>
              <a:rPr lang="en-GB" sz="1400" dirty="0" smtClean="0"/>
              <a:t>	                                                                     </a:t>
            </a:r>
            <a:endParaRPr lang="en-GB" sz="1400" dirty="0"/>
          </a:p>
          <a:p>
            <a:pPr marL="0" lvl="0" indent="0"/>
            <a:r>
              <a:rPr lang="en-GB" sz="1400" dirty="0"/>
              <a:t>        </a:t>
            </a:r>
            <a:r>
              <a:rPr lang="en-GB" sz="1400" dirty="0" smtClean="0"/>
              <a:t>C K </a:t>
            </a:r>
            <a:r>
              <a:rPr lang="en-GB" sz="1400" dirty="0" err="1" smtClean="0"/>
              <a:t>Yeshas</a:t>
            </a:r>
            <a:r>
              <a:rPr lang="en-GB" sz="1400" dirty="0" smtClean="0"/>
              <a:t> </a:t>
            </a:r>
            <a:r>
              <a:rPr lang="en-GB" sz="1400" dirty="0"/>
              <a:t>(</a:t>
            </a:r>
            <a:r>
              <a:rPr lang="en-GB" sz="1400" dirty="0" smtClean="0"/>
              <a:t>4AI23CD010)                                           		              AIT,CKM</a:t>
            </a:r>
            <a:endParaRPr lang="en-GB" sz="1400" dirty="0"/>
          </a:p>
          <a:p>
            <a:pPr marL="0" lvl="0" indent="0"/>
            <a:r>
              <a:rPr lang="en-GB" sz="1400" dirty="0"/>
              <a:t>        </a:t>
            </a:r>
            <a:r>
              <a:rPr lang="en-GB" sz="1400" dirty="0" err="1" smtClean="0"/>
              <a:t>Shashikumar</a:t>
            </a:r>
            <a:r>
              <a:rPr lang="en-GB" sz="1400" dirty="0" smtClean="0"/>
              <a:t> T A </a:t>
            </a:r>
            <a:r>
              <a:rPr lang="en-GB" sz="1400" dirty="0"/>
              <a:t>(</a:t>
            </a:r>
            <a:r>
              <a:rPr lang="en-GB" sz="1400" dirty="0" smtClean="0"/>
              <a:t>4AI23CD049)                                                                      </a:t>
            </a:r>
            <a:endParaRPr lang="en-GB" sz="1400" dirty="0"/>
          </a:p>
          <a:p>
            <a:pPr marL="0" lvl="0" indent="0"/>
            <a:r>
              <a:rPr lang="en-GB" sz="1400" dirty="0"/>
              <a:t>        </a:t>
            </a:r>
            <a:r>
              <a:rPr lang="en-GB" sz="1400" dirty="0" err="1" smtClean="0"/>
              <a:t>Sudeep</a:t>
            </a:r>
            <a:r>
              <a:rPr lang="en-GB" sz="1400" dirty="0" smtClean="0"/>
              <a:t> S(4AI23CD055 </a:t>
            </a:r>
            <a:r>
              <a:rPr lang="en-GB" sz="1400" dirty="0"/>
              <a:t>)                                                                                                  </a:t>
            </a:r>
            <a:endParaRPr lang="en-I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					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3750" y="64025"/>
            <a:ext cx="1352225" cy="1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572184" y="-101910"/>
            <a:ext cx="1672366" cy="16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785865" y="207677"/>
            <a:ext cx="49728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Dept. of CS&amp;E ( DATA SCIENCE)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Adichunchanagiri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Institute of Technology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Chikkamagaluru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- 577102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67922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AGENDA</a:t>
            </a:r>
            <a:endParaRPr lang="en-IN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36495"/>
            <a:ext cx="8520600" cy="33390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66975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 smtClean="0"/>
              <a:t>ABOUT THE PROJECT</a:t>
            </a:r>
            <a:endParaRPr lang="en-GB" b="1" u="sng" dirty="0"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456424" y="641076"/>
            <a:ext cx="8231151" cy="4146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SmartQuizArena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platform that combines fun and learning through AI-powered quizzes and real-time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competitions.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play quizzes on computer science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see who answers faster and more accurately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also includes coding challenges where two players can write and submit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system checks whose solution is correct and faster based on test cases. Built using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SQLite, and Gemini AI, 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SmartQuizArena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learning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and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engaging.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4877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 smtClean="0"/>
              <a:t>MOTIVATION</a:t>
            </a:r>
            <a:endParaRPr lang="en-GB" b="1" u="sng" dirty="0"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449486" y="814192"/>
            <a:ext cx="8145991" cy="3812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lose interest in traditional study methods, so this platform turns learning into an </a:t>
            </a:r>
            <a:r>
              <a:rPr 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engaging 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through quizzes and coding </a:t>
            </a:r>
            <a:r>
              <a:rPr 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allowing real-time competition and </a:t>
            </a:r>
            <a:r>
              <a:rPr 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encourages students to think quickly, improve their coding and problem-solving skills, and learn from their </a:t>
            </a:r>
            <a:r>
              <a:rPr 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mistakes.</a:t>
            </a:r>
            <a:endParaRPr lang="en-US" sz="20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create a space where learning feels like a game while still building real technical knowledge and confidence.</a:t>
            </a:r>
            <a:endParaRPr lang="en-US" sz="1900" dirty="0" smtClean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49" y="18633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</a:t>
            </a:r>
            <a:r>
              <a:rPr lang="en-IN" b="1" u="sng" dirty="0" smtClean="0"/>
              <a:t>EXISTING SYSTEM AND PRPOSED SYSTEM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42767"/>
              </p:ext>
            </p:extLst>
          </p:nvPr>
        </p:nvGraphicFramePr>
        <p:xfrm>
          <a:off x="391533" y="907627"/>
          <a:ext cx="8360934" cy="30499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80467"/>
                <a:gridCol w="4180467"/>
              </a:tblGrid>
              <a:tr h="817352"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Systems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744213">
                <a:tc>
                  <a:txBody>
                    <a:bodyPr/>
                    <a:lstStyle/>
                    <a:p>
                      <a:pPr algn="l"/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Pre-existing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questions </a:t>
                      </a:r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taken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from database.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generated questions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744213"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single player 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multiplayer mode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744213"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contest</a:t>
                      </a:r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features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coding</a:t>
                      </a:r>
                      <a:r>
                        <a:rPr lang="en-IN" sz="19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contest features</a:t>
                      </a:r>
                      <a:endParaRPr lang="en-IN" sz="1900" dirty="0">
                        <a:solidFill>
                          <a:schemeClr val="bg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285387" y="197352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/>
              <a:t>PROBLEM STATEMENT</a:t>
            </a:r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390640" y="920689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online quiz and coding platforms lack real-time 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competitions, feedback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smooth 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multiplayer mode.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 updates, limited </a:t>
            </a:r>
            <a:r>
              <a:rPr lang="en-US" sz="2200" dirty="0" err="1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reduces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competitiveness. Hence, there is a need for an AI-powered platform that offers real-time 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competitions, results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multiplayer experience</a:t>
            </a: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199867" y="8108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/>
              <a:t>TOOLS AND TECHNOLOGY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3533" y="1242877"/>
            <a:ext cx="78279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HTML,CSS ,JavaScript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US" altLang="en-US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en-US" altLang="en-US" sz="20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:Django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API Key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73553" y="146863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en-US" b="1" u="sng" dirty="0"/>
              <a:t>EXPECTED OUTCOMES</a:t>
            </a:r>
            <a:endParaRPr lang="en-IN" u="sng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3088" y="1152132"/>
            <a:ext cx="8417491" cy="283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 generation of AI-based quiz questions </a:t>
            </a:r>
            <a:r>
              <a:rPr lang="en-US" alt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alt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levels</a:t>
            </a:r>
            <a:r>
              <a:rPr lang="en-US" altLang="en-US" sz="24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multiplayer </a:t>
            </a:r>
            <a:r>
              <a:rPr lang="en-US" alt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competitions with feedback </a:t>
            </a:r>
            <a:r>
              <a:rPr lang="en-US" alt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speed and correctness</a:t>
            </a:r>
            <a:r>
              <a:rPr lang="en-US" altLang="en-US" sz="19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interface enabling students to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learn, compete, and improve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technical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US" sz="1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altLang="en-US" sz="1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coding contests where participants can write, run, and test code directly within the platform.</a:t>
            </a:r>
            <a:endParaRPr lang="en-US" altLang="en-US" sz="1900" dirty="0" smtClean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869" y="1548260"/>
            <a:ext cx="3793232" cy="607800"/>
          </a:xfrm>
        </p:spPr>
        <p:txBody>
          <a:bodyPr>
            <a:noAutofit/>
          </a:bodyPr>
          <a:lstStyle/>
          <a:p>
            <a:r>
              <a:rPr lang="en-IN" sz="4400" b="1" u="sng" dirty="0"/>
              <a:t>Questions</a:t>
            </a:r>
            <a:r>
              <a:rPr lang="en-IN" sz="4400" u="sng" dirty="0" smtClean="0"/>
              <a:t>?</a:t>
            </a:r>
            <a:br>
              <a:rPr lang="en-IN" sz="4400" u="sng" dirty="0" smtClean="0"/>
            </a:br>
            <a:endParaRPr lang="en-IN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4800" dirty="0"/>
              <a:t> </a:t>
            </a:r>
            <a:endParaRPr lang="en-IN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800" b="1" dirty="0" smtClean="0">
                <a:solidFill>
                  <a:schemeClr val="accent1"/>
                </a:solidFill>
              </a:rPr>
              <a:t>THANK YOU</a:t>
            </a:r>
            <a:endParaRPr lang="en-IN" sz="4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72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371</Words>
  <Application>Microsoft Office PowerPoint</Application>
  <PresentationFormat>On-screen Show (16:9)</PresentationFormat>
  <Paragraphs>54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Times New Roman</vt:lpstr>
      <vt:lpstr>Arial</vt:lpstr>
      <vt:lpstr>Geometric</vt:lpstr>
      <vt:lpstr>     Mini Project – Proposal Seminar  On   ‘‘Smart Quiz Arena’’                               </vt:lpstr>
      <vt:lpstr>AGENDA</vt:lpstr>
      <vt:lpstr>ABOUT THE PROJECT</vt:lpstr>
      <vt:lpstr>MOTIVATION</vt:lpstr>
      <vt:lpstr>          EXISTING SYSTEM AND PRPOSED SYSTEM </vt:lpstr>
      <vt:lpstr>PROBLEM STATEMENT</vt:lpstr>
      <vt:lpstr>TOOLS AND TECHNOLOGY</vt:lpstr>
      <vt:lpstr>EXPECTED OUTCOMES</vt:lpstr>
      <vt:lpstr>Questions?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Synopsis on                                     “            “</dc:title>
  <dc:creator>Harshitha</dc:creator>
  <cp:lastModifiedBy>Microsoft account</cp:lastModifiedBy>
  <cp:revision>103</cp:revision>
  <dcterms:created xsi:type="dcterms:W3CDTF">2025-10-14T05:31:52Z</dcterms:created>
  <dcterms:modified xsi:type="dcterms:W3CDTF">2025-10-31T07:46:58Z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5982408E91224C96934289B6EC362D35_12</vt:lpwstr>
  </property>
  <property fmtid="{D5CDD505-2E9C-101B-9397-08002B2CF9AE}" pid="3" name="KSOProductBuildVer">
    <vt:lpwstr>1033-12.2.0.23131</vt:lpwstr>
  </property>
</Properties>
</file>