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62" r:id="rId3"/>
    <p:sldId id="282" r:id="rId4"/>
    <p:sldId id="259" r:id="rId5"/>
    <p:sldId id="260" r:id="rId6"/>
    <p:sldId id="261" r:id="rId7"/>
    <p:sldId id="283" r:id="rId8"/>
    <p:sldId id="263" r:id="rId9"/>
    <p:sldId id="264" r:id="rId10"/>
    <p:sldId id="265" r:id="rId11"/>
    <p:sldId id="278" r:id="rId12"/>
    <p:sldId id="272" r:id="rId13"/>
    <p:sldId id="271" r:id="rId14"/>
    <p:sldId id="290" r:id="rId15"/>
    <p:sldId id="284" r:id="rId16"/>
    <p:sldId id="285" r:id="rId17"/>
    <p:sldId id="286" r:id="rId18"/>
    <p:sldId id="288" r:id="rId19"/>
    <p:sldId id="289" r:id="rId20"/>
    <p:sldId id="274" r:id="rId21"/>
    <p:sldId id="273" r:id="rId22"/>
    <p:sldId id="275" r:id="rId23"/>
    <p:sldId id="281" r:id="rId2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5B9446-C4AA-4F37-A9F0-FC4717519F0B}" v="6" dt="2025-11-25T02:58:56.2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48882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5428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fa4ea8511e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fa4ea8511e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5627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fa4ea8511e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fa4ea8511e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8492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fa4ea8511e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fa4ea8511e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521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6652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186267" y="1445650"/>
            <a:ext cx="8222100" cy="116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 Project –Seminar  On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“Smart Quiz Arena”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endParaRPr sz="28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598100" y="2715926"/>
            <a:ext cx="8222100" cy="20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5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2,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Arun Kumar K S (4AI23CD003)                                                          Under the Guidance of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K </a:t>
            </a:r>
            <a:r>
              <a:rPr lang="en-US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Yeshas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(4AI23CD010)                                                                  Asst Prof Harshitha H D</a:t>
            </a:r>
          </a:p>
          <a:p>
            <a:pPr marL="0" lvl="0" indent="0"/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Shashikumar T A (4AI23CD049)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Dep of Data Science  </a:t>
            </a:r>
          </a:p>
          <a:p>
            <a:pPr marL="0" lvl="0" indent="0"/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Sudeep S(4AI23CD056</a:t>
            </a:r>
            <a:r>
              <a:rPr lang="en-GB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                            AIT, CKM</a:t>
            </a: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/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endParaRPr lang="en-US" sz="282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50" y="64025"/>
            <a:ext cx="1352225" cy="138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2184" y="-101910"/>
            <a:ext cx="1672366" cy="16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686050" y="213425"/>
            <a:ext cx="4972800" cy="10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Dept. of CS&amp;E ( DATA SCIENCE)</a:t>
            </a:r>
            <a:endParaRPr sz="1800" b="1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 err="1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Adichunchanagiri</a:t>
            </a:r>
            <a:r>
              <a:rPr lang="en-GB" sz="1800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Institute of Technology</a:t>
            </a:r>
            <a:endParaRPr sz="1800" b="1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Chikkamagaluru</a:t>
            </a:r>
            <a:r>
              <a:rPr lang="en-GB" sz="1800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- 577102</a:t>
            </a:r>
            <a:endParaRPr sz="1800" b="1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37207-A665-7E93-32C8-189967CA8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449" y="139775"/>
            <a:ext cx="6415668" cy="67798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mart-Quiz Arena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5FC55F-2C6A-ED97-4670-71BAD41EF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644" y="884663"/>
            <a:ext cx="4200525" cy="398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304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6284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>
              <a:spcAft>
                <a:spcPts val="1200"/>
              </a:spcAft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design and implement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Quiz Arena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users can participate in quizzes, attempt coding challenges, receive instant scores, and compete in real time. The platform provides a clean and user-friendly experience with features such as multiplayer quiz participation, coding challenges, and progress tracking, making it useful for students and learners to enhance their skills.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244242" y="11263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91B5E6-7678-75A2-0938-4B3B3177F1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4242" y="877509"/>
            <a:ext cx="8899757" cy="3988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Areas the Project Focuses 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participation with difficulty levels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challenges and problem-solving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multiplayer participation</a:t>
            </a:r>
          </a:p>
          <a:p>
            <a:pPr marL="11430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Functionalities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quizzes with scoring and timers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coding 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leaderboards and rankings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single-player and multiplayer modes</a:t>
            </a:r>
          </a:p>
          <a:p>
            <a:pPr marL="11430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enhancement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progress tracking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title"/>
          </p:nvPr>
        </p:nvSpPr>
        <p:spPr>
          <a:xfrm>
            <a:off x="311700" y="283619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Design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6BDA2E-6F4D-356C-CF72-3241CC9A2095}"/>
              </a:ext>
            </a:extLst>
          </p:cNvPr>
          <p:cNvSpPr txBox="1"/>
          <p:nvPr/>
        </p:nvSpPr>
        <p:spPr>
          <a:xfrm>
            <a:off x="197003" y="824512"/>
            <a:ext cx="894699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with 4GB 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internet connection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pages, coding editor, leaderboard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Timers and basic UI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 for server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 for real-time multiplayer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for login, scoring, and code checking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for users, questions, coding tasks, and scores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90255C-F441-CEB2-978C-FB401CDAD9FC}"/>
              </a:ext>
            </a:extLst>
          </p:cNvPr>
          <p:cNvSpPr txBox="1"/>
          <p:nvPr/>
        </p:nvSpPr>
        <p:spPr>
          <a:xfrm>
            <a:off x="293648" y="448717"/>
            <a:ext cx="609228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Execution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Question Generator (Gemini API)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Functions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379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FA76F-99CC-21D2-0E8B-B70AF1477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57" y="-52068"/>
            <a:ext cx="8520600" cy="607800"/>
          </a:xfrm>
        </p:spPr>
        <p:txBody>
          <a:bodyPr>
            <a:no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B82971-40C2-F28D-1EDE-A22A38534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1638"/>
            <a:ext cx="9144000" cy="21285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5D0278-9C74-64A1-417A-15EAF7FC6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0194"/>
            <a:ext cx="9144000" cy="215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374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CE27F-63E8-C3DC-2D65-BBD82D42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56" y="92362"/>
            <a:ext cx="8520600" cy="607854"/>
          </a:xfrm>
        </p:spPr>
        <p:txBody>
          <a:bodyPr>
            <a:no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FE9CA-5A15-6112-7D6E-CD5B03F57D7E}"/>
              </a:ext>
            </a:extLst>
          </p:cNvPr>
          <p:cNvSpPr txBox="1"/>
          <p:nvPr/>
        </p:nvSpPr>
        <p:spPr>
          <a:xfrm>
            <a:off x="262456" y="814910"/>
            <a:ext cx="91640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BCAD87-44F4-7167-0B4C-872B37C3250A}"/>
              </a:ext>
            </a:extLst>
          </p:cNvPr>
          <p:cNvSpPr txBox="1"/>
          <p:nvPr/>
        </p:nvSpPr>
        <p:spPr>
          <a:xfrm>
            <a:off x="262456" y="814911"/>
            <a:ext cx="82347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Decided what features the system should have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UI, quiz pages, coding editor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Django, WebSocket, Gemini API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SQLite setup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Quiz, coding, timers, multiplayer</a:t>
            </a:r>
          </a:p>
        </p:txBody>
      </p:sp>
    </p:spTree>
    <p:extLst>
      <p:ext uri="{BB962C8B-B14F-4D97-AF65-F5344CB8AC3E}">
        <p14:creationId xmlns:p14="http://schemas.microsoft.com/office/powerpoint/2010/main" val="4141043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D4B86AA-D97B-9F46-C548-50955B461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6380" y="344918"/>
            <a:ext cx="9017620" cy="4512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&amp; 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API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265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2FF2-E837-C5E1-EE93-7C07F68B7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102554"/>
            <a:ext cx="8520600" cy="607800"/>
          </a:xfrm>
        </p:spPr>
        <p:txBody>
          <a:bodyPr>
            <a:normAutofit fontScale="90000"/>
          </a:bodyPr>
          <a:lstStyle/>
          <a:p>
            <a:pPr algn="just"/>
            <a:r>
              <a:rPr lang="en-IN" dirty="0"/>
              <a:t>                              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1CE38AB-E8BB-4B6B-FB2B-ABA9B5CC2F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0049" y="1012510"/>
            <a:ext cx="858118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Login system for </a:t>
            </a:r>
            <a:r>
              <a:rPr lang="en-US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Quizzes are generated by AI and coding tasks loaded from the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multiplayer quiz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quiz evaluation and scoring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Coding execution with test cases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Leaderboard updates in real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for viewing progress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manages coding tasks; AI generates quiz questions</a:t>
            </a:r>
          </a:p>
        </p:txBody>
      </p:sp>
    </p:spTree>
    <p:extLst>
      <p:ext uri="{BB962C8B-B14F-4D97-AF65-F5344CB8AC3E}">
        <p14:creationId xmlns:p14="http://schemas.microsoft.com/office/powerpoint/2010/main" val="2997679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E8224-0E84-408D-2192-47633E076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79599"/>
            <a:ext cx="8520600" cy="607800"/>
          </a:xfrm>
        </p:spPr>
        <p:txBody>
          <a:bodyPr>
            <a:no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2847B1E-2B04-1848-1C20-617DC2F29F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328" y="715621"/>
            <a:ext cx="702515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and backend were not syncing smoothly in real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Multiplayer quiz progress was not matching between players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Leaderboard scores were not updating instantly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responses were slow during heavy usage</a:t>
            </a:r>
          </a:p>
        </p:txBody>
      </p:sp>
    </p:spTree>
    <p:extLst>
      <p:ext uri="{BB962C8B-B14F-4D97-AF65-F5344CB8AC3E}">
        <p14:creationId xmlns:p14="http://schemas.microsoft.com/office/powerpoint/2010/main" val="4136438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13914-6282-FA35-2590-A8B84430D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20" y="166160"/>
            <a:ext cx="8520600" cy="607800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                               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C04106-0180-801D-E82B-334D5C3D69E1}"/>
              </a:ext>
            </a:extLst>
          </p:cNvPr>
          <p:cNvSpPr txBox="1"/>
          <p:nvPr/>
        </p:nvSpPr>
        <p:spPr>
          <a:xfrm>
            <a:off x="234176" y="70847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interface for accessing Smart Quiz Arena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6976C7-23EE-9CF9-D130-8FEE9A16A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950" y="988741"/>
            <a:ext cx="4904099" cy="391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94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CFF615-E657-586A-B68D-92B88089F2FA}"/>
              </a:ext>
            </a:extLst>
          </p:cNvPr>
          <p:cNvSpPr txBox="1"/>
          <p:nvPr/>
        </p:nvSpPr>
        <p:spPr>
          <a:xfrm>
            <a:off x="152400" y="20295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interface for Smart Quiz Arena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60158F-140A-EF10-0488-89C82FCC5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541504"/>
            <a:ext cx="5143500" cy="439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083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0D1BC17-A606-84F8-B9D0-90699FEDC1CA}"/>
              </a:ext>
            </a:extLst>
          </p:cNvPr>
          <p:cNvSpPr txBox="1"/>
          <p:nvPr/>
        </p:nvSpPr>
        <p:spPr>
          <a:xfrm>
            <a:off x="167268" y="225253"/>
            <a:ext cx="549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 of the Smart Quiz Arena Platform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1C4950-DFD7-698B-AB4B-CC726A31C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2409"/>
            <a:ext cx="9144000" cy="423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359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7517CE-3A85-5FFC-C9B8-9B6D01AF03B3}"/>
              </a:ext>
            </a:extLst>
          </p:cNvPr>
          <p:cNvSpPr txBox="1"/>
          <p:nvPr/>
        </p:nvSpPr>
        <p:spPr>
          <a:xfrm>
            <a:off x="271346" y="16578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Player Quiz Interface of Smart Quiz Arena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0BD241-29CD-E30C-290A-ADDC2FD94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59" y="504334"/>
            <a:ext cx="7832481" cy="441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483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5E694-7D0D-5FA4-A870-FEC9493C31E5}"/>
              </a:ext>
            </a:extLst>
          </p:cNvPr>
          <p:cNvSpPr txBox="1"/>
          <p:nvPr/>
        </p:nvSpPr>
        <p:spPr>
          <a:xfrm>
            <a:off x="63189" y="221608"/>
            <a:ext cx="53934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 for creating or joining real-time multiplayer quiz rooms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3E22F0-2623-3D47-DC2F-8A12987FA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0161"/>
            <a:ext cx="9144000" cy="432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961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3FDEC0-C616-09C9-00E0-24DD0147DB7D}"/>
              </a:ext>
            </a:extLst>
          </p:cNvPr>
          <p:cNvSpPr txBox="1"/>
          <p:nvPr/>
        </p:nvSpPr>
        <p:spPr>
          <a:xfrm>
            <a:off x="167267" y="177004"/>
            <a:ext cx="55867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Battle Arena interface for creating or joining coding battles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615983-4ABF-4ED4-99F9-A9583E31B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35" y="515560"/>
            <a:ext cx="7866529" cy="439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960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19CB67F-D3CF-86C7-0313-47380FC881EE}"/>
              </a:ext>
            </a:extLst>
          </p:cNvPr>
          <p:cNvSpPr txBox="1"/>
          <p:nvPr/>
        </p:nvSpPr>
        <p:spPr>
          <a:xfrm>
            <a:off x="204438" y="154701"/>
            <a:ext cx="51853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leaderboard displaying ranks, scores, and streaks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AD55EF-FFBA-EB75-4DBB-4E062DDAA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1487"/>
            <a:ext cx="9144000" cy="442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18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FC80E-1244-5218-061D-E9C2E9BB4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6F70D2-046B-C78E-5E1D-14A3D6083332}"/>
              </a:ext>
            </a:extLst>
          </p:cNvPr>
          <p:cNvSpPr txBox="1"/>
          <p:nvPr/>
        </p:nvSpPr>
        <p:spPr>
          <a:xfrm>
            <a:off x="52039" y="1017800"/>
            <a:ext cx="88540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Quiz Arena provides a platform where users can test their knowledge through quizzes, coding challenges, real-time competitions, and quick results. With a simple user interface, fast backend system, and real-time features, the platform helps users learn better and stay active. Coding quizzes and basic gamification support the learning process</a:t>
            </a:r>
            <a:r>
              <a:rPr lang="en-US" sz="1600" dirty="0"/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00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47DF3-6F82-496E-DDF1-0B54F7526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0673AD5-BCD3-3AE0-6726-884767497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4793" y="1017800"/>
            <a:ext cx="3312125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quiz categories and modes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Adaptive difficulty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 version (Android &amp; iOS)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Offline quiz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enhancements</a:t>
            </a:r>
          </a:p>
        </p:txBody>
      </p:sp>
    </p:spTree>
    <p:extLst>
      <p:ext uri="{BB962C8B-B14F-4D97-AF65-F5344CB8AC3E}">
        <p14:creationId xmlns:p14="http://schemas.microsoft.com/office/powerpoint/2010/main" val="2528259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F2114-2EE7-8B19-248A-E3041FDFB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302A6-04E9-BF99-68B4-9C5BFF902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Arun Kumar  K S:</a:t>
            </a:r>
            <a:r>
              <a:rPr lang="en-US" u="sng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https://github.com/arunkumar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Yeshas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u="sng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https://github.com/ckyeshas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Shashikumar T A: </a:t>
            </a:r>
            <a:r>
              <a:rPr lang="en-US" u="sng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https://github.com/Shashikumarrajurs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Sudeep S: </a:t>
            </a:r>
            <a:r>
              <a:rPr lang="en-US" u="sng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https://github.com/sudeep2596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25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C0E1B-50D1-F774-7EDB-D8AA75001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058" y="1672683"/>
            <a:ext cx="7980141" cy="131846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Thank You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Questions? </a:t>
            </a:r>
            <a:endParaRPr lang="en-IN" sz="4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678106"/>
      </p:ext>
    </p:extLst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651</Words>
  <Application>Microsoft Office PowerPoint</Application>
  <PresentationFormat>On-screen Show (16:9)</PresentationFormat>
  <Paragraphs>157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Roboto</vt:lpstr>
      <vt:lpstr>Times New Roman</vt:lpstr>
      <vt:lpstr>Wingdings</vt:lpstr>
      <vt:lpstr>Arial</vt:lpstr>
      <vt:lpstr>Geometric</vt:lpstr>
      <vt:lpstr> Mini Project –Seminar  On “Smart Quiz Arena”                                    </vt:lpstr>
      <vt:lpstr>  Smart-Quiz Arena</vt:lpstr>
      <vt:lpstr>CONTENTS</vt:lpstr>
      <vt:lpstr>Problem Definition</vt:lpstr>
      <vt:lpstr>Scope of the Project</vt:lpstr>
      <vt:lpstr>Project Design</vt:lpstr>
      <vt:lpstr>PowerPoint Presentation</vt:lpstr>
      <vt:lpstr>Block Diagram</vt:lpstr>
      <vt:lpstr>Methodology</vt:lpstr>
      <vt:lpstr>PowerPoint Presentation</vt:lpstr>
      <vt:lpstr>                              Implementation</vt:lpstr>
      <vt:lpstr>Challenges Faced</vt:lpstr>
      <vt:lpstr>                                             Result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Future Work</vt:lpstr>
      <vt:lpstr>GitHub Link</vt:lpstr>
      <vt:lpstr>                    Thank You                  Questions?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- Synopsis on                                     “            “</dc:title>
  <dc:creator>vaishnavi cv</dc:creator>
  <cp:lastModifiedBy>Shashi kumar</cp:lastModifiedBy>
  <cp:revision>33</cp:revision>
  <dcterms:modified xsi:type="dcterms:W3CDTF">2025-11-26T08:36:20Z</dcterms:modified>
</cp:coreProperties>
</file>